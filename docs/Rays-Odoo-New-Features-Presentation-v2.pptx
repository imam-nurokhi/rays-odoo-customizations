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FITUR BARU ODOO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D7D31"/>
                </a:solidFill>
              </a:rPr>
              <a:t>PT. RAYSOLUSI PIALANG ASURANSI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DD7EE"/>
                </a:solidFill>
              </a:rPr>
              <a:t>AR Report · AP Report · Laporan Produksi · Batch Payment
Interactive Dashboard dengan Excel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05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</a:rPr>
              <a:t>Versi 2.0  |  Dokumen Internal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Overview fitur-fitur baru yang diimplementasikan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DD7EE"/>
                </a:solidFill>
              </a:rPr>
              <a:t>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4922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PT. Raysolusi Pialang Asuransi  |  Fitur Baru Odoo 18  |  05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12188952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6400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</a:rPr>
              <a:t>Dashboard AR &amp; AP Interaktif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0116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9 grafik real-time, KPI cards, drill-down detail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6400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</a:rPr>
              <a:t>AR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0116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Piutang Premi &amp; Diskon dengan filter &amp; export Excel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8036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880360"/>
            <a:ext cx="6400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</a:rPr>
              <a:t>AP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4290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Hutang Premi &amp; Brokerage dengan kategorisasi otomatis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88036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880360"/>
            <a:ext cx="6400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</a:rPr>
              <a:t>Laporan Produksi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4290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Terperinci per client, asuransi, risk type, premi, diskon, brokerage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9768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297680"/>
            <a:ext cx="6400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389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</a:rPr>
              <a:t>Batch Payment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8463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Pembayaran massal invoice/bill dengan audit trail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29768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297680"/>
            <a:ext cx="6400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389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</a:rPr>
              <a:t>Export 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8463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File .xlsx profesional untuk semua laporan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 Live — Posisi Keuangan Saat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Real-time dari Odoo 18 rays_demo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DD7EE"/>
                </a:solidFill>
              </a:rPr>
              <a:t>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4922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PT. Raysolusi Pialang Asuransi  |  Fitur Baru Odoo 18  |  05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12188952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65176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246888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Rp 13.3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174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Total AR Premi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463040"/>
            <a:ext cx="2651760" cy="1371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08760"/>
            <a:ext cx="246888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Rp 544 Jt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2174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Total AR Diskon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2651760" cy="13716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508760"/>
            <a:ext cx="246888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Rp 12.7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2174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AR 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463040"/>
            <a:ext cx="2651760" cy="13716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508760"/>
            <a:ext cx="246888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2174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Invoice 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2651760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246888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Rp 8.0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7719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Total AP Premi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017520"/>
            <a:ext cx="2651760" cy="1371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3063240"/>
            <a:ext cx="246888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Rp 1.1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7719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Total AP Brokerage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017520"/>
            <a:ext cx="2651760" cy="13716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063240"/>
            <a:ext cx="246888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Rp 6.9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7719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AP 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3017520"/>
            <a:ext cx="2651760" cy="13716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3063240"/>
            <a:ext cx="246888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7719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Bill 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572000"/>
            <a:ext cx="1143000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663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🏭 PRODUKSI: Rp 13.7 Miliar Total Premi  |  500 Dokumen Transaksi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257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Data mencakup seluruh periode 2025 s/d April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Dashboard Interaktif AR &amp; 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9 Grafik Real-time | KPI Cards | Drill-Down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DD7EE"/>
                </a:solidFill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4922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PT. Raysolusi Pialang Asuransi  |  Fitur Baru Odoo 18  |  05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12188952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Akses: Accounting → Reporting → AR &amp; AP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36576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AR Aging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Distribusi piutang 0-30, 31-60, 61-90, &gt;90 hari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9202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920240"/>
            <a:ext cx="36576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 Aging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317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Distribusi hutang per aging bucket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9202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920240"/>
            <a:ext cx="36576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Monthly AR Trend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317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Tren piutang 12 bulan terakhir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7472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474720"/>
            <a:ext cx="36576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20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Monthly AP Trend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86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Tren hutang 12 bulan terakhir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47472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474720"/>
            <a:ext cx="36576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520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AR Payment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886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Not Paid / Partial / In Payment / Paid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47472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474720"/>
            <a:ext cx="36576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520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 Payment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886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Status pembayaran hutang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2920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5029200"/>
            <a:ext cx="36576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074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Top 10 Customer 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40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Customer dengan piutang terbesar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502920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5029200"/>
            <a:ext cx="36576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5074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Top 10 Asuransi 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440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Vendor dengan hutang terbesar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502920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5029200"/>
            <a:ext cx="36576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5074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AR/AP Category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440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Premi vs Diskon vs Brokerage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 Report — Piutang Premi &amp; Diskon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Filter Multi-dimensi | Grafik Bulanan | Export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DD7EE"/>
                </a:solidFill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4922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PT. Raysolusi Pialang Asuransi  |  Fitur Baru Odoo 18  |  05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12188952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3035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3035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Cara Penggunaan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① Klik tab 📋 AR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14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② Isi filter tanggal (Dari - Sampai)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17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③ Pilih Kategori: PREMI / DISKON / Semua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20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④ Filter Customer (opsional)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⑤ Pilih Status Pembayaran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26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⑥ Klik 🔍 Generate Laporan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⑦ Review KPI cards &amp; grafik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532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⑧ Klik 🟢 Export Excel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1463040"/>
            <a:ext cx="603504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1463040"/>
            <a:ext cx="603504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5087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KPI &amp; Data Live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011680"/>
            <a:ext cx="576072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103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Rp 13.3 Miliar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Total PREMI  (325 invoice)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337560"/>
            <a:ext cx="5760720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429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Rp 544 Juta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977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Total DISKON  (Credit Notes)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4663440"/>
            <a:ext cx="576072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754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Rp 12.7 Miliar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Total NET  (PREMI - DISKON)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AP Report — Hutang Premi &amp; Brokerage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Kategorisasi Otomatis | Analisa per Asuransi | Export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DD7EE"/>
                </a:solidFill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4922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PT. Raysolusi Pialang Asuransi  |  Fitur Baru Odoo 18  |  05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12188952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16128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1161288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08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Kategorisasi Otomatis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65960"/>
            <a:ext cx="356616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7EE"/>
                </a:solidFill>
              </a:rPr>
              <a:t>in_invoice dengan akun 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Hutang ke perusahaan asuransi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965960"/>
            <a:ext cx="356616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BROKERAGE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331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7EE"/>
                </a:solidFill>
              </a:rPr>
              <a:t>'brokerage', 'komisi', 'commission' di nama produk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6060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Fee yang diterima perusahaan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965960"/>
            <a:ext cx="3566160" cy="914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DISKON 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331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7EE"/>
                </a:solidFill>
              </a:rPr>
              <a:t>in_refund (vendor credit note)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6060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Potongan dari asuransi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00400"/>
            <a:ext cx="274320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246120"/>
            <a:ext cx="25603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Rp 8.0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90448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AP Premi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200400"/>
            <a:ext cx="2743200" cy="1280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3246120"/>
            <a:ext cx="25603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Rp 1.1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90448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AP Brokerage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200400"/>
            <a:ext cx="2743200" cy="1280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246120"/>
            <a:ext cx="25603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Rp 6.9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90448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AP Net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3200400"/>
            <a:ext cx="274320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3246120"/>
            <a:ext cx="25603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90448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Bill PREMI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663440"/>
            <a:ext cx="11612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7548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4E79"/>
                </a:solidFill>
              </a:rPr>
              <a:t>📊 File Excel yang Dihasilkan: Sheet 1 (Data Lengkap) + Sheet 2 (Ringkasan per Vendor) + Sheet 3 (Rekap Bulanan)
📁 Format: AP_Report_YYYY-MM-DD.xlsx (~37KB)  |  Currency format IDR  |  Header biru  |  Total row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Laporan Produksi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Client · Asuransi · Risk Type · Premi · Diskon · Brokerage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DD7EE"/>
                </a:solidFill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4922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PT. Raysolusi Pialang Asuransi  |  Fitur Baru Odoo 18  |  05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12188952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161288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🏭 Rp 13.7 Miliar Total Premi Produksi  |  500 Dokumen Transaksi  |  Multi-currency (IDR/USD)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06040"/>
            <a:ext cx="576072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576072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6517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Kolom Laporan Produksi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63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• No. Polis / No. Dokumen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558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• Client / Tertanggung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484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• Perusahaan Asuransi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410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• Risk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336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• Tanggal Transaksi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• PREMI (IDR)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18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• DISKON (IDR)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114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• BROKERAGE (IDR)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041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• Mata Uang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967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• Status Dokumen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606040"/>
            <a:ext cx="566928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606040"/>
            <a:ext cx="5669280" cy="365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Filter Tersedia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📅 Dari Tanggal — Sampai Tanggal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107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👤 Nama Client (teks bebas)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7581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🏢 Nama Asuransi (teks bebas)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1056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📝 Tipe Transaksi (Invoice/CN/Bill/Refund)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800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AD47"/>
                </a:solidFill>
              </a:rPr>
              <a:t>🟢 Generate Laporan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1480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📊 Export ke Excel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4955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   File: Production_Report_YYYY-MM-DD.xlsx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8430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   ~93KB  |  Format profesional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Batch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Pembayaran Massal Invoice/Bill | Audit Trail |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DD7EE"/>
                </a:solidFill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4922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PT. Raysolusi Pialang Asuransi  |  Fitur Baru Odoo 18  |  05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12188952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57784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57784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Batch Payment — Customer Invoice (AR)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011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① Accounting → Customers → Invoices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4203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② Filter: Status = Posted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7238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③ Pilih invoice (centang checkbox)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027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④ Action → Register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133087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⑤ Isi: Tanggal, Journal, Metode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663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⑥ Klik 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19379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⑦ Status → In Payment / Paid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463040"/>
            <a:ext cx="57607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463040"/>
            <a:ext cx="576072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5087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Best Practices &amp; Tips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011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✅ Backup DB sebelum batch besar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68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✅ Verifikasi total vs rekening koran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926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✅ Satu batch = satu mata uang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83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✅ Satu batch = satu journal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840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0000"/>
                </a:solidFill>
              </a:rPr>
              <a:t>⚠️ Invoice 'Paid' tapi masih outstanding: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297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0000"/>
                </a:solidFill>
              </a:rPr>
              <a:t>   → Reset to Draft → Confirm → 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754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✅ Lakukan Bank Reconciliation setelah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212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✅ Simpan bukti transfer sebagai pendukung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669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✅ Cek Accounting → Batch Payments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6126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   untuk audit trail lengkap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Akses &amp; Navigasi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URL | Hak Akses | Tab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DD7EE"/>
                </a:solidFill>
              </a:rPr>
              <a:t>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4922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PT. Raysolusi Pialang Asuransi  |  Fitur Baru Odoo 18  |  05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12188952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161288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🔗 URL: https://rbs.raysbrokers.id/odoo/action-456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23160"/>
            <a:ext cx="11612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274320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📊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35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Grafik &amp; KPI Real-time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514600"/>
            <a:ext cx="2743200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📋 AR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035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Piutang Premi &amp; Diskon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514600"/>
            <a:ext cx="2743200" cy="11887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📋 AP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35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Hutang Premi &amp; Brokerage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2514600"/>
            <a:ext cx="2743200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🏭 Laporan Produksi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035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Detail Produksi per Klien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23360"/>
            <a:ext cx="116128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023360"/>
            <a:ext cx="1161288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Hak Akses yang Diperlukan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80560"/>
            <a:ext cx="114300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53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Accounting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5537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</a:rPr>
              <a:t>Full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5537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Semua fitur: Dashboard, Reports, Export, Batch Payment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56048"/>
            <a:ext cx="11430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Accountant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029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</a:rPr>
              <a:t>Full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0292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Dashboard, All Reports, Export Excel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431536"/>
            <a:ext cx="114300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04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Read-only / Auditor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504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</a:rPr>
              <a:t>View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5046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Dashboard dan Reports (tanpa Export)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Ringkasan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Fitur Live | Rekomendasi Lanjutan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DD7EE"/>
                </a:solidFill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4922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PT. Raysolusi Pialang Asuransi  |  Fitur Baru Odoo 18  |  05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12188952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743200" cy="2011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✅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9 grafik interaktif
KPI cards real-time
Drill-down aging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463040"/>
            <a:ext cx="2743200" cy="20116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✅ AR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031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Premi &amp; Diskon
Filter multi-dim
Export Excel ~36KB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2743200" cy="20116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✅ AP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031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Premi &amp; Brokerage
Kategorisasi otomatis
Export Excel ~37KB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463040"/>
            <a:ext cx="2743200" cy="2011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✅ Lap. Produksi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031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Client/Asuransi/Risk
Detail per transaksi
Export Excel ~93KB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11880"/>
            <a:ext cx="116128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611880"/>
            <a:ext cx="1161288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Rekomendasi Next Steps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14800"/>
            <a:ext cx="3657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142232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14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Pelatihan User: Jadwalkan sesi training 1 jam untuk tim accounting menggunakan fitur baru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98848"/>
            <a:ext cx="3657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526280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4988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Rekonsiliasi Bulanan: Gunakan AR/AP Report untuk rekonsiliasi data setiap akhir bulan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82896"/>
            <a:ext cx="3657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910328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8828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Monitor Aging: Set reminder mingguan untuk review AR Aging &gt;60 hari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266944"/>
            <a:ext cx="3657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294376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266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Export Rutin: Export Laporan Produksi bulanan untuk pelaporan manajemen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650992"/>
            <a:ext cx="3657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5678424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6509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Bank Reconciliation: Lakukan setelah setiap Batch Payment untuk menjaga akurasi buku besar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